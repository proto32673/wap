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7C6C0E-AE63-6EAA-5B42-8373115598C5}" v="350" dt="2026-05-07T16:36:56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6623" autoAdjust="0"/>
  </p:normalViewPr>
  <p:slideViewPr>
    <p:cSldViewPr snapToGrid="0">
      <p:cViewPr varScale="1">
        <p:scale>
          <a:sx n="116" d="100"/>
          <a:sy n="116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8CD3E2C-9A5E-4E78-8AD4-E456DA88D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2701D6-FC80-4366-B673-006C2DE43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36F52E-3450-45EB-8E1F-4257912397D0}" type="datetime1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A2CEAD-810B-4A93-9084-2AA09FD887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A1E75B-6CCB-4559-B423-F100B4ECA3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77811-A4AB-4E94-853E-05DA0F228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355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B649DA-0C99-49C3-B4FF-BBBBA5C6A475}" type="datetime1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E3F06-B4C7-4E5E-BE2E-B16EA7F7C0A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896543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E3F06-B4C7-4E5E-BE2E-B16EA7F7C0A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63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Прямая соединительная линия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Прямоугольник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Прямоугольник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Равнобедренный треугольник 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Прямоугольник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Прямоугольник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Прямоугольник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Равнобедренный треугольник 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Равнобедренный треугольник 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rtlCol="0"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rtlCol="0"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47F216-A943-4DF6-BF5D-887B1383A7D0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2440AE-F481-4CF6-8EB9-6DA776834AAE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860400"/>
          </a:xfrm>
        </p:spPr>
        <p:txBody>
          <a:bodyPr rtlCol="0"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A04866-B595-4A19-8C05-5DA4572B0783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677334" y="2160589"/>
            <a:ext cx="4184035" cy="3880772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5089970" y="2160589"/>
            <a:ext cx="4184034" cy="3880773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2B38E8-D3E8-45A0-A273-72B760FBC9C0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FF9F0C5-380F-41C2-899A-BAC0F0927E16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75745" y="2160983"/>
            <a:ext cx="418562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75745" y="2737245"/>
            <a:ext cx="4185623" cy="330411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5088383" y="2160983"/>
            <a:ext cx="418561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5088384" y="2737245"/>
            <a:ext cx="4185617" cy="330411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1FF485-89BB-469E-B13B-03095244B115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8A6655-C450-42C6-8FFC-6743D8A4D567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579C7F-878C-48C3-9CA2-76DF63D9349D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rtlCol="0" anchor="b">
            <a:normAutofit/>
          </a:bodyPr>
          <a:lstStyle>
            <a:lvl1pPr>
              <a:defRPr sz="2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760461" y="514924"/>
            <a:ext cx="4513541" cy="552643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677334" y="2777069"/>
            <a:ext cx="3854528" cy="2584449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4879F0-C160-4BFB-BE4B-06BC9317A19C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19954A3-9DFD-4C44-94BA-B95130A3BA1C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77334" y="609600"/>
            <a:ext cx="8596668" cy="384571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677334" y="5367338"/>
            <a:ext cx="8596667" cy="67402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BB597D-5732-4A57-A074-5761EAA1D294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77335" y="4470400"/>
            <a:ext cx="8596668" cy="157096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3FCE79-7299-4E3E-B657-34C0C6D2AF75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23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366139" y="3632200"/>
            <a:ext cx="7224524" cy="381000"/>
          </a:xfrm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77335" y="4470400"/>
            <a:ext cx="8596668" cy="157096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321116-FD1C-4D1E-B668-B2813E1DB6B3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Надпись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ru-RU" sz="8000" noProof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Надпись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ru-RU" sz="8000" noProof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"</a:t>
            </a:r>
            <a:endParaRPr lang="ru-RU" noProof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rtlCol="0" anchor="b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F94C23-8229-4694-ACE0-27626B3BBF87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 с цита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23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677332" y="4013200"/>
            <a:ext cx="8596669" cy="514248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BF5258-F2E1-42D5-A8EC-2CC45A0F70BA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4" name="Надпись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ru-RU" sz="8000" noProof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Надпись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ru-RU" sz="8000" noProof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23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677332" y="4013200"/>
            <a:ext cx="8596669" cy="514248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E8891B-2347-4767-9E9F-7B4E2004166A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CA861-37F3-4485-B8DD-8C9FA0FDF09B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9333C77-0158-454C-844F-B7AB9BD7DAD4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rtlCol="0" anchor="ctr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677335" y="609600"/>
            <a:ext cx="7060150" cy="5251450"/>
          </a:xfrm>
        </p:spPr>
        <p:txBody>
          <a:bodyPr vert="eaVert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34F522-0585-4C1A-B23E-729A89C6E507}" type="datetime1">
              <a:rPr lang="ru-RU" noProof="0" smtClean="0"/>
              <a:t>07.05.2026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Прямая соединительная линия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Прямоугольник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Прямоугольник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Равнобедренный треугольник 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Прямоугольник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Прямоугольник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Прямоугольник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Равнобедренный треугольник 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Равнобедренный треугольник 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6040149-E182-40AC-8F11-A2BF9E6DB2E6}" type="datetime1">
              <a:rPr lang="ru-RU" noProof="0" smtClean="0"/>
              <a:t>07.05.2026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ru-RU"/>
              <a:t>Проект WEB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ru-RU"/>
              <a:t>Geoguessr</a:t>
            </a:r>
            <a:br>
              <a:rPr lang="ru-RU" dirty="0"/>
            </a:br>
            <a:r>
              <a:rPr lang="ru-RU"/>
              <a:t>Тимонин Егор</a:t>
            </a:r>
            <a:br>
              <a:rPr lang="ru-RU" dirty="0"/>
            </a:br>
            <a:r>
              <a:rPr lang="ru-RU"/>
              <a:t>Филькин Дмитрий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104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99CE5-58CF-ECEF-BD13-C994312C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2E6CB-2CA2-F2B7-FE8C-3EA108842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Идея:</a:t>
            </a:r>
          </a:p>
          <a:p>
            <a:pPr marL="0" indent="0">
              <a:buNone/>
            </a:pPr>
            <a:r>
              <a:rPr lang="ru-RU"/>
              <a:t>Создание копии geoguessr с некоторыми изменениями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45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81D03-E723-E01C-5AA5-06A418DC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Структура и 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54DEAA-3AA8-30E7-A811-FE1D274C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Структура</a:t>
            </a:r>
          </a:p>
          <a:p>
            <a:pPr marL="0" indent="0">
              <a:buNone/>
            </a:pPr>
            <a:r>
              <a:rPr lang="ru-RU"/>
              <a:t>В приложении реализована сама игра, шаблоны, вспомогательные файлы, база данных</a:t>
            </a:r>
          </a:p>
          <a:p>
            <a:r>
              <a:rPr lang="ru-RU"/>
              <a:t>Особенности</a:t>
            </a:r>
            <a:endParaRPr lang="ru-RU" dirty="0"/>
          </a:p>
          <a:p>
            <a:pPr marL="0" indent="0">
              <a:buNone/>
            </a:pPr>
            <a:r>
              <a:rPr lang="ru-RU"/>
              <a:t>Панорамы случайны</a:t>
            </a:r>
            <a:endParaRPr lang="ru-RU" dirty="0"/>
          </a:p>
          <a:p>
            <a:pPr marL="0" indent="0">
              <a:buNone/>
            </a:pPr>
            <a:endParaRPr lang="ru-RU" dirty="0">
              <a:ea typeface="+mn-lt"/>
              <a:cs typeface="+mn-lt"/>
            </a:endParaRPr>
          </a:p>
          <a:p>
            <a:pPr marL="0" indent="0">
              <a:buNone/>
            </a:pPr>
            <a:endParaRPr lang="ru-RU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04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0D679-20E6-AFFE-A2B8-5298856A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BB4ED2-0820-C4FF-1252-263308A63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/>
              <a:t>flask</a:t>
            </a:r>
            <a:endParaRPr lang="ru-RU" dirty="0"/>
          </a:p>
          <a:p>
            <a:pPr marL="0" indent="0">
              <a:buNone/>
            </a:pPr>
            <a:r>
              <a:rPr lang="ru-RU"/>
              <a:t>math</a:t>
            </a:r>
          </a:p>
          <a:p>
            <a:pPr marL="0" indent="0">
              <a:buNone/>
            </a:pPr>
            <a:r>
              <a:rPr lang="ru-RU"/>
              <a:t>sqlachemy</a:t>
            </a:r>
          </a:p>
          <a:p>
            <a:pPr marL="0" indent="0">
              <a:buNone/>
            </a:pPr>
            <a:r>
              <a:rPr lang="ru-RU"/>
              <a:t>bootstrap</a:t>
            </a:r>
          </a:p>
          <a:p>
            <a:pPr marL="0" indent="0">
              <a:buNone/>
            </a:pPr>
            <a:br>
              <a:rPr lang="ru-RU" dirty="0"/>
            </a:b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197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363F9-CD3A-9543-A7E4-CEA0BF7D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Вывод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9B1E02-36D8-03D5-93E6-D0B659D3B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Преимущества</a:t>
            </a:r>
            <a:endParaRPr lang="ru-RU" dirty="0"/>
          </a:p>
          <a:p>
            <a:pPr marL="0" indent="0">
              <a:buNone/>
            </a:pPr>
            <a:r>
              <a:rPr lang="ru-RU"/>
              <a:t>Простая реализация</a:t>
            </a:r>
            <a:endParaRPr lang="ru-RU" dirty="0"/>
          </a:p>
          <a:p>
            <a:pPr marL="0" indent="0">
              <a:buNone/>
            </a:pPr>
            <a:r>
              <a:rPr lang="ru-RU"/>
              <a:t>Быстрая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3158994249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</Words>
  <Application>Microsoft Office PowerPoint</Application>
  <PresentationFormat>Широкоэкранный</PresentationFormat>
  <Paragraphs>1</Paragraphs>
  <Slides>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Грань</vt:lpstr>
      <vt:lpstr>Проект WEB</vt:lpstr>
      <vt:lpstr>Введение</vt:lpstr>
      <vt:lpstr>Структура и особенности</vt:lpstr>
      <vt:lpstr>Технологии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2026-05-07T16:27:15Z</dcterms:created>
  <dcterms:modified xsi:type="dcterms:W3CDTF">2026-05-07T16:37:23Z</dcterms:modified>
</cp:coreProperties>
</file>